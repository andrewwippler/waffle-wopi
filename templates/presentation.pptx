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2"/>
  </p:sldMasterIdLst>
  <p:sldIdLst>
    <p:sldId id="256" r:id="rId1"/>
  </p:sldIdLst>
  <p:sldSz cx="9144000" cy="6858000"/>
  <p:notesSz cx="6858000" cy="9144000"/>
</p:presentation>
</file>

<file path=ppt/tableStyles.xml><?xml version="1.0" encoding="utf-8"?>
<a:tblStyleLst xmlns:a="http://schemas.openxmlformats.org/drawingml/2006/main"/>
</file>

<file path=ppt/viewProps.xml><?xml version="1.0" encoding="utf-8"?>
<p:viewProps xmlns:a="http://schemas.openxmlformats.org/drawingml/2006/main" xmlns:p="http://schemas.openxmlformats.org/presentationml/2006/main" compatView="1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  <Relationship Id="rId3" Type="http://schemas.openxmlformats.org/officeDocument/2006/relationships/slideLayout" Target="slideLayouts/slideLayout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docProps/app.xml><?xml version="1.0" encoding="utf-8"?>
<Properties xmlns="http://schemas.openxmlformats.org/officeDocument/2006/extended-properties">
  <Application>Microsoft Windows</Application>
  <DocSecurity>0</DocSecurity>
  <ScaleCrop>false</ScaleCrop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Creator</dc:creator>
  <cp:lastModifiedBy>Creator</cp:lastModifiedBy>
  <cp:revision>1</cp:revision>
  <dcterms:created xsi:type="dcterms:W3CDTF">2024-01-01T00:00:00Z</dcterms:created>
  <dcterms:modified xsi:type="dcterms:W3CDTF">2024-01-01T00:00:00Z</dcterms:modified>
</cp:coreProperties>
</file>